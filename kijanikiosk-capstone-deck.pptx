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KijaniKiosk Capstone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A: Infrastructure-First Deployment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Celine Wangare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kk-payments had no way to validate changes in a production-like environment before deploying to production.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090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0175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staging namespace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59359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5204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smoke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0965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0233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gated approval step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994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26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went straight from local testing to production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  →  Production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2834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 between a laptop and live traffic.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production, gated through a staging environment</a:t>
            </a:r>
            <a:endParaRPr lang="en-US" sz="1400" dirty="0"/>
          </a:p>
        </p:txBody>
      </p:sp>
      <p:pic>
        <p:nvPicPr>
          <p:cNvPr id="4" name="Image 0" descr="architecture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Walkthrough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158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2115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/ Build / Verify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ESLint, Jest tests, npm audit (parallel)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3172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18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1318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/ Publish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tarball, published to Nexus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206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0520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9884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884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kijani-staging namespace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230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723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1908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908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/health returns 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9244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C97A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92540" y="1965960"/>
            <a:ext cx="457200" cy="45720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29" name="Text 27"/>
          <p:cNvSpPr/>
          <p:nvPr/>
        </p:nvSpPr>
        <p:spPr>
          <a:xfrm>
            <a:off x="88925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3932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932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approval, reason recorded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12680" y="30175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49840" y="173736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12780" y="1965960"/>
            <a:ext cx="457200" cy="457200"/>
          </a:xfrm>
          <a:prstGeom prst="ellipse">
            <a:avLst/>
          </a:prstGeom>
          <a:solidFill>
            <a:srgbClr val="3B6D11"/>
          </a:solidFill>
          <a:ln/>
        </p:spPr>
      </p:sp>
      <p:sp>
        <p:nvSpPr>
          <p:cNvPr id="35" name="Text 33"/>
          <p:cNvSpPr/>
          <p:nvPr/>
        </p:nvSpPr>
        <p:spPr>
          <a:xfrm>
            <a:off x="108127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259568" y="2560320"/>
            <a:ext cx="15636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59568" y="3429000"/>
            <a:ext cx="15636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namespace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 to develop triggers the pipeline automatically. Production is never touched without an explicit, recorded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known-working image tag, not a freshly built one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A3A6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publishes an npm package, but there is no container build/push stage. Building and pushing a fresh image per run would close this gap, but requires registry credentials and a build stage this pipeline doesn't yet have.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0F4D6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was chosen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a correct, working gate (staging deploy → smoke test → approval → production) mattered more under time pressure than a fully automated image pipeline. The gap is real and named explicitly, not hidden.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Tooling &amp; Governance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72768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deploy stages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5727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kubectl + cluster network access existed in the build container; both were missing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863840" y="157276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--network flag added, kubectl installed in-stage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72968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+ Ansible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31729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.terraform/ provider cache and state file (52MB, potential sensitive data)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317296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added, files untracked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73168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alert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47731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 gap - infra hiccup (slow image pull) verified before assuming failure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0" y="477316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via /api/v1/rules query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used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got wrong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verified / fixed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entries with checklist references in docs/ai-governance-log.md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container build/push stage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deploys a fixed known-working tag instead of the artifact it just built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chain runs locally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account available; fs.watch simulates the S3-triggered Lambda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Kubernetes credentials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43000" y="5257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kubeconfig copied into Jenkins rather than a scoped service account token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get right earlier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build-container tooling and network access instead of verifying it first cost real debugging time - checking kubectl and cluster reachability up front would have caught this before the first failed pipeline run.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Docker build/push stage so the pipeline deploys the artifact it actually built. Move the serverless chain to a real cloud deploy. Replace the copied kubeconfig with a scoped service account.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github.com/WangareCeline/KijaniKiosk_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2026-08-17T00:23:28Z</dcterms:created>
  <dcterms:modified xsi:type="dcterms:W3CDTF">2026-08-17T00:23:28Z</dcterms:modified>
</cp:coreProperties>
</file>